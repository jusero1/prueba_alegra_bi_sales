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6" r:id="rId2"/>
    <p:sldId id="257" r:id="rId3"/>
    <p:sldId id="267" r:id="rId4"/>
    <p:sldId id="269" r:id="rId5"/>
  </p:sldIdLst>
  <p:sldSz cx="12188825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1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599" autoAdjust="0"/>
  </p:normalViewPr>
  <p:slideViewPr>
    <p:cSldViewPr>
      <p:cViewPr varScale="1">
        <p:scale>
          <a:sx n="75" d="100"/>
          <a:sy n="75" d="100"/>
        </p:scale>
        <p:origin x="902" y="43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76" d="100"/>
          <a:sy n="76" d="100"/>
        </p:scale>
        <p:origin x="3186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2446EEE-9F74-414C-8CF3-76F72C6C9CBB}" type="datetime1">
              <a:rPr lang="es-ES" smtClean="0"/>
              <a:t>28/04/2026</a:t>
            </a:fld>
            <a:endParaRPr lang="es-ES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850423A-8BCE-448E-A97B-03A88B2B12C1}" type="slidenum">
              <a:rPr lang="es-ES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48FC2AD-8B93-45A4-8827-85E82B2F4F55}" type="datetime1">
              <a:rPr lang="es-ES" noProof="0" smtClean="0"/>
              <a:t>28/04/2026</a:t>
            </a:fld>
            <a:endParaRPr lang="es-ES" noProof="0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 dirty="0"/>
              <a:t>Editar el estilo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F2A70B-78F2-4DCF-B53B-C990D2FAFB8A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195867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85677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924410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2EEA1-ABA4-B49B-40BE-E13915741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9CB6ECE-1C66-E06E-E036-4A8ECF5F8C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E7BF930-F443-1FC9-63C0-C6BC003737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28F75E2-17A7-C379-8D8F-4275E28E97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48803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 rtlCol="0">
            <a:noAutofit/>
          </a:bodyPr>
          <a:lstStyle>
            <a:lvl1pPr rtl="0"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grpSp>
        <p:nvGrpSpPr>
          <p:cNvPr id="256" name="línea" descr="Gráfico de líneas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orma libre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58" name="Forma libre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59" name="Forma libre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0" name="Forma libre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1" name="Forma libre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2" name="Forma libre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3" name="Forma libre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4" name="Forma libre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5" name="Forma libre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6" name="Forma libre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7" name="Forma libre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8" name="Forma libre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9" name="Forma libre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0" name="Forma libre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1" name="Forma libre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2" name="Forma libre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3" name="Forma libre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4" name="Forma libre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5" name="Forma libre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6" name="Forma libre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7" name="Forma libre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8" name="Forma libre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9" name="Forma libre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0" name="Forma libre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1" name="Forma libre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2" name="Forma libre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3" name="Forma libre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4" name="Forma libre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5" name="Forma libre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6" name="Forma libre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7" name="Forma libre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8" name="Forma libre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9" name="Forma libre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0" name="Forma libre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1" name="Forma libre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2" name="Forma libre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3" name="Forma libre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4" name="Forma libre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5" name="Forma libre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6" name="Forma libre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7" name="Forma libre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8" name="Forma libre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9" name="Forma libre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0" name="Forma libre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1" name="Forma libre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2" name="Forma libre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3" name="Forma libre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4" name="Forma libre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5" name="Forma libre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6" name="Forma libre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7" name="Forma libre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8" name="Forma libre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9" name="Forma libre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0" name="Forma libre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1" name="Forma libre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2" name="Forma libre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3" name="Forma libre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4" name="Forma libre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5" name="Forma libre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6" name="Forma libre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7" name="Forma libre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8" name="Forma libre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9" name="Forma libre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0" name="Forma libre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1" name="Forma libre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2" name="Forma libre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3" name="Forma libre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4" name="Forma libre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5" name="Forma libre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6" name="Forma libre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7" name="Forma libre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8" name="Forma libre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9" name="Forma libre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0" name="Forma libre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1" name="Forma libre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2" name="Forma libre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3" name="Forma libre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4" name="Forma libre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5" name="Forma libre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6" name="Forma libre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7" name="Forma libre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8" name="Forma libre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9" name="Forma libre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0" name="Forma libre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1" name="Forma libre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2" name="Forma libre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3" name="Forma libre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4" name="Forma libre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5" name="Forma libre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6" name="Forma libre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7" name="Forma libre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8" name="Forma libre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9" name="Forma libre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0" name="Forma libre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1" name="Forma libre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2" name="Forma libre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3" name="Forma libre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4" name="Forma libre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5" name="Forma libre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6" name="Forma libre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7" name="Forma libre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8" name="Forma libre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9" name="Forma libre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0" name="Forma libre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1" name="Forma libre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2" name="Forma libre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3" name="Forma libre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4" name="Forma libre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5" name="Forma libre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6" name="Forma libre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7" name="Forma libre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8" name="Forma libre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9" name="Forma libre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0" name="Forma libre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1" name="Forma libre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2" name="Forma libre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3" name="Forma libre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4" name="Forma libre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5" name="Forma libre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6" name="Forma libre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7" name="Forma libre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8" name="Forma libre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9" name="Forma libre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</p:grp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 rtlCol="0"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/>
          <a:lstStyle>
            <a:lvl1pPr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grpSp>
        <p:nvGrpSpPr>
          <p:cNvPr id="167" name="línea" descr="Gráfico de líneas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orma libre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9" name="Forma libre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0" name="Forma libre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1" name="Forma libre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2" name="Forma libre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3" name="Forma libre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4" name="Forma libre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5" name="Forma libre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6" name="Forma libre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7" name="Forma libre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8" name="Forma libre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9" name="Forma libre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0" name="Forma libre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1" name="Forma libre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2" name="Forma libre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3" name="Forma libre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4" name="Forma libre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5" name="Forma libre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6" name="Forma libre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7" name="Forma libre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8" name="Forma libre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9" name="Forma libre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0" name="Forma libre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1" name="Forma libre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2" name="Forma libre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3" name="Forma libre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4" name="Forma libre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5" name="Forma libre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6" name="Forma libre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7" name="Forma libre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8" name="Forma libre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9" name="Forma libre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0" name="Forma libre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1" name="Forma libre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2" name="Forma libre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3" name="Forma libre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4" name="Forma libre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5" name="Forma libre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6" name="Forma libre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7" name="Forma libre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8" name="Forma libre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9" name="Forma libre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0" name="Forma libre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1" name="Forma libre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2" name="Forma libre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3" name="Forma libre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4" name="Forma libre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5" name="Forma libre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6" name="Forma libre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7" name="Forma libre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8" name="Forma libre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9" name="Forma libre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0" name="Forma libre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1" name="Forma libre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2" name="Forma libre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3" name="Forma libre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4" name="Forma libre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5" name="Forma libre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6" name="Forma libre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7" name="Forma libre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8" name="Forma libre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9" name="Forma libre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0" name="Forma libre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1" name="Forma libre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2" name="Forma libre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3" name="Forma libre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4" name="Forma libre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5" name="Forma libre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6" name="Forma libre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7" name="Forma libre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8" name="Forma libre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9" name="Forma libre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40" name="Forma libre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41" name="Forma libre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</p:grp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8ACC39B-F8AD-4C56-AD8F-A56798AE1A49}" type="datetime1">
              <a:rPr lang="es-ES" noProof="0" smtClean="0"/>
              <a:t>28/04/2026</a:t>
            </a:fld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rtlCol="0" anchor="b">
            <a:noAutofit/>
          </a:bodyPr>
          <a:lstStyle>
            <a:lvl1pPr algn="l" rtl="0">
              <a:defRPr sz="4400" b="0" cap="none" baseline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grpSp>
        <p:nvGrpSpPr>
          <p:cNvPr id="255" name="línea" descr="Gráfico de líneas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orma libre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57" name="Forma libre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58" name="Forma libre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59" name="Forma libre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0" name="Forma libre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1" name="Forma libre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2" name="Forma libre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3" name="Forma libre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4" name="Forma libre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5" name="Forma libre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6" name="Forma libre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7" name="Forma libre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8" name="Forma libre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9" name="Forma libre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0" name="Forma libre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1" name="Forma libre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2" name="Forma libre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3" name="Forma libre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4" name="Forma libre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5" name="Forma libre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6" name="Forma libre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7" name="Forma libre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8" name="Forma libre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9" name="Forma libre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0" name="Forma libre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1" name="Forma libre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2" name="Forma libre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3" name="Forma libre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4" name="Forma libre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5" name="Forma libre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6" name="Forma libre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7" name="Forma libre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8" name="Forma libre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9" name="Forma libre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0" name="Forma libre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1" name="Forma libre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2" name="Forma libre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3" name="Forma libre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4" name="Forma libre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5" name="Forma libre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6" name="Forma libre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7" name="Forma libre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8" name="Forma libre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9" name="Forma libre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0" name="Forma libre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1" name="Forma libre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2" name="Forma libre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3" name="Forma libre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4" name="Forma libre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5" name="Forma libre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6" name="Forma libre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7" name="Forma libre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8" name="Forma libre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9" name="Forma libre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0" name="Forma libre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1" name="Forma libre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2" name="Forma libre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3" name="Forma libre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4" name="Forma libre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5" name="Forma libre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6" name="Forma libre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7" name="Forma libre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8" name="Forma libre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9" name="Forma libre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0" name="Forma libre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1" name="Forma libre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2" name="Forma libre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3" name="Forma libre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4" name="Forma libre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5" name="Forma libre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6" name="Forma libre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7" name="Forma libre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8" name="Forma libre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9" name="Forma libre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0" name="Forma libre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1" name="Forma libre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2" name="Forma libre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3" name="Forma libre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4" name="Forma libre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5" name="Forma libre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6" name="Forma libre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7" name="Forma libre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8" name="Forma libre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9" name="Forma libre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0" name="Forma libre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1" name="Forma libre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2" name="Forma libre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3" name="Forma libre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4" name="Forma libre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5" name="Forma libre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6" name="Forma libre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7" name="Forma libre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8" name="Forma libre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9" name="Forma libre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0" name="Forma libre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1" name="Forma libre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2" name="Forma libre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3" name="Forma libre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4" name="Forma libre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5" name="Forma libre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6" name="Forma libre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7" name="Forma libre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8" name="Forma libre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9" name="Forma libre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0" name="Forma libre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1" name="Forma libre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2" name="Forma libre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3" name="Forma libre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4" name="Forma libre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5" name="Forma libre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6" name="Forma libre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7" name="Forma libre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8" name="Forma libre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9" name="Forma libre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0" name="Forma libre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1" name="Forma libre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2" name="Forma libre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3" name="Forma libre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4" name="Forma libre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5" name="Forma libre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6" name="Forma libre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7" name="Forma libre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8" name="Forma libre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</p:grp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rtlCol="0"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9A5F5A5-C1AF-4E1F-BBE9-77A0324E6A16}" type="datetime1">
              <a:rPr lang="es-ES" noProof="0" smtClean="0"/>
              <a:t>28/04/2026</a:t>
            </a:fld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/>
          <a:lstStyle>
            <a:lvl1pPr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grpSp>
        <p:nvGrpSpPr>
          <p:cNvPr id="158" name="línea" descr="Gráfico de líneas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orma libre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0" name="Forma libre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1" name="Forma libre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2" name="Forma libre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3" name="Forma libre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4" name="Forma libre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5" name="Forma libre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6" name="Forma libre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7" name="Forma libre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8" name="Forma libre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9" name="Forma libre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0" name="Forma libre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1" name="Forma libre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2" name="Forma libre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3" name="Forma libre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4" name="Forma libre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5" name="Forma libre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6" name="Forma libre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7" name="Forma libre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8" name="Forma libre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9" name="Forma libre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0" name="Forma libre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1" name="Forma libre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2" name="Forma libre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3" name="Forma libre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4" name="Forma libre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5" name="Forma libre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6" name="Forma libre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7" name="Forma libre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8" name="Forma libre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9" name="Forma libre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0" name="Forma libre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1" name="Forma libre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2" name="Forma libre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3" name="Forma libre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4" name="Forma libre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5" name="Forma libre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6" name="Forma libre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7" name="Forma libre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8" name="Forma libre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9" name="Forma libre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0" name="Forma libre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1" name="Forma libre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2" name="Forma libre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3" name="Forma libre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4" name="Forma libre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5" name="Forma libre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6" name="Forma libre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7" name="Forma libre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8" name="Forma libre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9" name="Forma libre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0" name="Forma libre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1" name="Forma libre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2" name="Forma libre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3" name="Forma libre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4" name="Forma libre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5" name="Forma libre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6" name="Forma libre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7" name="Forma libre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8" name="Forma libre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9" name="Forma libre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0" name="Forma libre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1" name="Forma libre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2" name="Forma libre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3" name="Forma libre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4" name="Forma libre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5" name="Forma libre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6" name="Forma libre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7" name="Forma libre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8" name="Forma libre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9" name="Forma libre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0" name="Forma libre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1" name="Forma libre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2" name="Forma libre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</p:grp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EBAF46A-8BB1-4F24-A11E-0306615E93F5}" type="datetime1">
              <a:rPr lang="es-ES" noProof="0" smtClean="0"/>
              <a:t>28/04/2026</a:t>
            </a:fld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/>
          <a:lstStyle>
            <a:lvl1pPr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grpSp>
        <p:nvGrpSpPr>
          <p:cNvPr id="160" name="línea" descr="Gráfico de líneas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orma libre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2" name="Forma libre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3" name="Forma libre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4" name="Forma libre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5" name="Forma libre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6" name="Forma libre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7" name="Forma libre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8" name="Forma libre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9" name="Forma libre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0" name="Forma libre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1" name="Forma libre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2" name="Forma libre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3" name="Forma libre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4" name="Forma libre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5" name="Forma libre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6" name="Forma libre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7" name="Forma libre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8" name="Forma libre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9" name="Forma libre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0" name="Forma libre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1" name="Forma libre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2" name="Forma libre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3" name="Forma libre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4" name="Forma libre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5" name="Forma libre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6" name="Forma libre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7" name="Forma libre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8" name="Forma libre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9" name="Forma libre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0" name="Forma libre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1" name="Forma libre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2" name="Forma libre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3" name="Forma libre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4" name="Forma libre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5" name="Forma libre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6" name="Forma libre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7" name="Forma libre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8" name="Forma libre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9" name="Forma libre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0" name="Forma libre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1" name="Forma libre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2" name="Forma libre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3" name="Forma libre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4" name="Forma libre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5" name="Forma libre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6" name="Forma libre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7" name="Forma libre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8" name="Forma libre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9" name="Forma libre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0" name="Forma libre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1" name="Forma libre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2" name="Forma libre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3" name="Forma libre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4" name="Forma libre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5" name="Forma libre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6" name="Forma libre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7" name="Forma libre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8" name="Forma libre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9" name="Forma libre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0" name="Forma libre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1" name="Forma libre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2" name="Forma libre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3" name="Forma libre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4" name="Forma libre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5" name="Forma libre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6" name="Forma libre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7" name="Forma libre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8" name="Forma libre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9" name="Forma libre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0" name="Forma libre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1" name="Forma libre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2" name="Forma libre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3" name="Forma libre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4" name="Forma libre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</p:grp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829AD9-EA14-4AE8-BB2F-1A8BF56A3E5B}" type="datetime1">
              <a:rPr lang="es-ES" noProof="0" smtClean="0"/>
              <a:t>28/04/2026</a:t>
            </a:fld>
            <a:endParaRPr lang="es-ES" noProof="0" dirty="0"/>
          </a:p>
        </p:txBody>
      </p:sp>
      <p:sp>
        <p:nvSpPr>
          <p:cNvPr id="9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es-ES" noProof="0"/>
              <a:t>‹Nº›</a:t>
            </a:fld>
            <a:endParaRPr lang="es-ES" noProof="0" dirty="0"/>
          </a:p>
        </p:txBody>
      </p:sp>
      <p:sp>
        <p:nvSpPr>
          <p:cNvPr id="85" name="Marcador de posición de contenido 3"/>
          <p:cNvSpPr>
            <a:spLocks noGrp="1"/>
          </p:cNvSpPr>
          <p:nvPr>
            <p:ph sz="half" idx="13"/>
          </p:nvPr>
        </p:nvSpPr>
        <p:spPr>
          <a:xfrm>
            <a:off x="6246812" y="2819400"/>
            <a:ext cx="4416552" cy="3352801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grpSp>
        <p:nvGrpSpPr>
          <p:cNvPr id="156" name="línea" descr="Gráfico de líneas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orma libre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58" name="Forma libre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59" name="Forma libre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0" name="Forma libre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1" name="Forma libre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2" name="Forma libre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3" name="Forma libre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4" name="Forma libre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5" name="Forma libre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6" name="Forma libre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7" name="Forma libre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8" name="Forma libre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9" name="Forma libre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0" name="Forma libre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1" name="Forma libre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2" name="Forma libre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3" name="Forma libre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4" name="Forma libre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5" name="Forma libre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6" name="Forma libre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7" name="Forma libre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8" name="Forma libre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9" name="Forma libre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0" name="Forma libre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1" name="Forma libre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2" name="Forma libre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3" name="Forma libre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4" name="Forma libre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5" name="Forma libre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6" name="Forma libre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7" name="Forma libre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8" name="Forma libre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9" name="Forma libre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0" name="Forma libre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1" name="Forma libre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2" name="Forma libre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3" name="Forma libre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4" name="Forma libre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5" name="Forma libre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6" name="Forma libre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7" name="Forma libre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8" name="Forma libre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9" name="Forma libre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0" name="Forma libre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1" name="Forma libre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2" name="Forma libre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3" name="Forma libre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4" name="Forma libre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5" name="Forma libre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6" name="Forma libre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7" name="Forma libre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8" name="Forma libre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9" name="Forma libre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0" name="Forma libre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1" name="Forma libre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2" name="Forma libre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3" name="Forma libre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4" name="Forma libre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5" name="Forma libre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6" name="Forma libre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7" name="Forma libre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8" name="Forma libre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9" name="Forma libre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0" name="Forma libre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1" name="Forma libre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2" name="Forma libre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3" name="Forma libre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4" name="Forma libre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5" name="Forma libre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6" name="Forma libre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7" name="Forma libre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8" name="Forma libre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9" name="Forma libre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0" name="Forma libre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</p:grp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996EFD6-A265-4329-83FB-237234CCC851}" type="datetime1">
              <a:rPr lang="es-ES" noProof="0" smtClean="0"/>
              <a:t>28/04/2026</a:t>
            </a:fld>
            <a:endParaRPr lang="es-ES" noProof="0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1EEC8E5-6135-4EEA-A5FA-4E382F0E51FD}" type="datetime1">
              <a:rPr lang="es-ES" noProof="0" smtClean="0"/>
              <a:t>28/04/2026</a:t>
            </a:fld>
            <a:endParaRPr lang="es-ES" noProof="0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 anchor="b">
            <a:noAutofit/>
          </a:bodyPr>
          <a:lstStyle>
            <a:lvl1pPr algn="l" rtl="0">
              <a:defRPr sz="3200"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" noProof="0" dirty="0"/>
          </a:p>
        </p:txBody>
      </p:sp>
      <p:grpSp>
        <p:nvGrpSpPr>
          <p:cNvPr id="615" name="marco" descr="Gráfico de cuadro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upo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upo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orma libre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5" name="Forma libre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6" name="Forma libre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7" name="Forma lib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8" name="Forma lib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9" name="Forma lib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0" name="Forma lib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1" name="Forma lib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2" name="Forma lib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3" name="Forma lib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4" name="Forma lib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5" name="Forma lib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6" name="Forma lib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7" name="Forma lib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8" name="Forma lib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9" name="Forma lib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0" name="Forma lib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1" name="Forma lib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2" name="Forma lib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3" name="Forma lib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4" name="Forma lib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5" name="Forma lib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6" name="Forma lib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7" name="Forma lib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8" name="Forma lib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9" name="Forma lib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0" name="Forma lib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1" name="Forma lib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2" name="Forma lib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3" name="Forma lib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4" name="Forma lib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5" name="Forma lib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6" name="Forma lib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7" name="Forma lib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8" name="Forma lib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9" name="Forma lib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0" name="Forma lib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1" name="Forma lib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2" name="Forma lib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3" name="Forma lib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4" name="Forma lib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5" name="Forma lib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6" name="Forma lib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7" name="Forma lib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8" name="Forma lib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9" name="Forma lib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0" name="Forma lib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1" name="Forma lib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2" name="Forma lib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3" name="Forma lib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4" name="Forma lib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5" name="Forma lib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6" name="Forma lib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7" name="Forma lib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8" name="Forma lib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9" name="Forma lib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0" name="Forma lib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1" name="Forma lib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2" name="Forma lib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3" name="Forma lib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4" name="Forma lib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5" name="Forma lib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6" name="Forma lib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7" name="Forma lib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8" name="Forma lib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9" name="Forma lib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0" name="Forma lib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1" name="Forma lib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2" name="Forma lib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3" name="Forma lib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4" name="Forma lib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5" name="Forma lib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6" name="Forma lib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7" name="Forma lib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upo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orma libre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1" name="Forma libre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2" name="Forma libre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3" name="Forma lib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4" name="Forma lib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5" name="Forma lib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6" name="Forma lib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7" name="Forma lib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8" name="Forma lib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9" name="Forma lib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0" name="Forma lib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1" name="Forma lib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2" name="Forma lib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3" name="Forma lib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4" name="Forma lib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5" name="Forma lib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6" name="Forma lib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7" name="Forma lib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8" name="Forma lib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9" name="Forma lib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0" name="Forma lib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1" name="Forma lib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2" name="Forma lib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3" name="Forma lib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4" name="Forma lib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5" name="Forma lib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6" name="Forma lib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7" name="Forma lib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8" name="Forma lib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9" name="Forma lib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0" name="Forma lib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1" name="Forma lib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2" name="Forma lib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3" name="Forma lib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4" name="Forma lib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5" name="Forma lib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6" name="Forma lib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7" name="Forma lib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8" name="Forma lib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9" name="Forma lib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0" name="Forma lib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1" name="Forma lib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2" name="Forma lib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3" name="Forma lib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4" name="Forma lib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5" name="Forma lib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6" name="Forma lib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7" name="Forma lib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8" name="Forma lib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9" name="Forma lib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0" name="Forma lib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1" name="Forma lib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2" name="Forma lib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3" name="Forma lib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4" name="Forma lib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5" name="Forma lib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6" name="Forma lib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7" name="Forma lib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8" name="Forma lib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9" name="Forma lib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0" name="Forma lib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1" name="Forma lib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2" name="Forma lib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3" name="Forma lib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4" name="Forma lib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5" name="Forma lib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6" name="Forma lib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7" name="Forma lib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8" name="Forma lib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9" name="Forma lib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0" name="Forma lib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1" name="Forma lib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2" name="Forma lib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3" name="Forma lib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upo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upo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orma libre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5" name="Forma libre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6" name="Forma libre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7" name="Forma lib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8" name="Forma lib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9" name="Forma lib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0" name="Forma lib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1" name="Forma lib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2" name="Forma lib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3" name="Forma lib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4" name="Forma lib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5" name="Forma lib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6" name="Forma lib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7" name="Forma lib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8" name="Forma lib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9" name="Forma lib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0" name="Forma lib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1" name="Forma lib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2" name="Forma lib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3" name="Forma lib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4" name="Forma lib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5" name="Forma lib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6" name="Forma lib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7" name="Forma lib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8" name="Forma lib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9" name="Forma lib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0" name="Forma lib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1" name="Forma lib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2" name="Forma lib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3" name="Forma lib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4" name="Forma lib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5" name="Forma lib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6" name="Forma lib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7" name="Forma lib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8" name="Forma lib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9" name="Forma lib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0" name="Forma lib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1" name="Forma lib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2" name="Forma lib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3" name="Forma lib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4" name="Forma lib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5" name="Forma lib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6" name="Forma lib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7" name="Forma lib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8" name="Forma lib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9" name="Forma lib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0" name="Forma lib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1" name="Forma lib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2" name="Forma lib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3" name="Forma lib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4" name="Forma lib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5" name="Forma lib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6" name="Forma lib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7" name="Forma lib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8" name="Forma lib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9" name="Forma lib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0" name="Forma lib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1" name="Forma lib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2" name="Forma lib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3" name="Forma lib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4" name="Forma lib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5" name="Forma lib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6" name="Forma lib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7" name="Forma lib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8" name="Forma lib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9" name="Forma lib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0" name="Forma lib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1" name="Forma lib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2" name="Forma lib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3" name="Forma lib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4" name="Forma lib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5" name="Forma lib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6" name="Forma lib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7" name="Forma lib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upo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orma libre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1" name="Forma libre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2" name="Forma libre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3" name="Forma lib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4" name="Forma lib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5" name="Forma lib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6" name="Forma lib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7" name="Forma lib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8" name="Forma lib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9" name="Forma lib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0" name="Forma lib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1" name="Forma lib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2" name="Forma lib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3" name="Forma lib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4" name="Forma lib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5" name="Forma lib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6" name="Forma lib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7" name="Forma lib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8" name="Forma lib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9" name="Forma lib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0" name="Forma lib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1" name="Forma lib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2" name="Forma lib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3" name="Forma lib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4" name="Forma lib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5" name="Forma lib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6" name="Forma lib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7" name="Forma lib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8" name="Forma lib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9" name="Forma lib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0" name="Forma lib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1" name="Forma lib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2" name="Forma lib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3" name="Forma lib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4" name="Forma lib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5" name="Forma lib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6" name="Forma lib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7" name="Forma lib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8" name="Forma lib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9" name="Forma lib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0" name="Forma lib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1" name="Forma lib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2" name="Forma lib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3" name="Forma lib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4" name="Forma lib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5" name="Forma lib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6" name="Forma lib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7" name="Forma lib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8" name="Forma lib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9" name="Forma lib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0" name="Forma lib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1" name="Forma lib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2" name="Forma lib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3" name="Forma lib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4" name="Forma lib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5" name="Forma lib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6" name="Forma lib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7" name="Forma lib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8" name="Forma lib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9" name="Forma lib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0" name="Forma lib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1" name="Forma lib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2" name="Forma lib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3" name="Forma lib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4" name="Forma lib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5" name="Forma lib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6" name="Forma lib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7" name="Forma lib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8" name="Forma lib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9" name="Forma lib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0" name="Forma lib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1" name="Forma lib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2" name="Forma lib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3" name="Forma lib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EAA01AB-145F-4AE5-A1D5-362BC05CA7CC}" type="datetime1">
              <a:rPr lang="es-ES" noProof="0" smtClean="0"/>
              <a:t>28/04/2026</a:t>
            </a:fld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 anchor="b">
            <a:noAutofit/>
          </a:bodyPr>
          <a:lstStyle>
            <a:lvl1pPr algn="l" rtl="0">
              <a:defRPr sz="3200"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imagen 2" descr="Marcador de posición vacío para agregar una imagen. Haga clic en el marcador de posición y seleccione la imagen que quiera agregar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 rtlCol="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grpSp>
        <p:nvGrpSpPr>
          <p:cNvPr id="614" name="marco" descr="Gráfico de cuadro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upo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upo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orma libre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4" name="Forma libre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5" name="Forma libre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6" name="Forma lib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7" name="Forma lib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8" name="Forma lib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9" name="Forma lib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0" name="Forma lib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1" name="Forma lib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2" name="Forma lib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3" name="Forma lib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4" name="Forma lib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5" name="Forma lib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6" name="Forma lib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7" name="Forma lib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8" name="Forma lib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9" name="Forma lib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0" name="Forma lib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1" name="Forma lib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2" name="Forma lib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3" name="Forma lib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4" name="Forma lib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5" name="Forma lib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6" name="Forma lib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7" name="Forma lib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8" name="Forma lib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9" name="Forma lib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0" name="Forma lib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1" name="Forma lib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2" name="Forma lib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3" name="Forma lib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4" name="Forma lib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5" name="Forma lib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6" name="Forma lib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7" name="Forma lib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8" name="Forma lib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9" name="Forma lib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0" name="Forma lib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1" name="Forma lib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2" name="Forma lib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3" name="Forma lib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4" name="Forma lib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5" name="Forma lib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6" name="Forma lib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7" name="Forma lib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8" name="Forma lib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9" name="Forma lib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0" name="Forma lib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1" name="Forma lib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2" name="Forma lib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3" name="Forma lib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4" name="Forma lib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5" name="Forma lib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6" name="Forma lib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7" name="Forma lib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8" name="Forma lib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9" name="Forma lib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0" name="Forma lib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1" name="Forma lib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2" name="Forma lib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3" name="Forma lib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4" name="Forma lib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5" name="Forma lib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6" name="Forma lib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7" name="Forma lib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8" name="Forma lib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9" name="Forma lib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0" name="Forma lib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1" name="Forma lib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2" name="Forma lib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3" name="Forma lib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4" name="Forma lib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5" name="Forma lib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6" name="Forma lib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upo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orma libre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0" name="Forma libre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1" name="Forma libre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2" name="Forma lib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3" name="Forma lib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4" name="Forma lib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5" name="Forma lib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6" name="Forma lib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7" name="Forma lib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8" name="Forma lib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9" name="Forma lib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0" name="Forma lib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1" name="Forma lib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2" name="Forma lib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3" name="Forma lib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4" name="Forma lib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5" name="Forma lib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6" name="Forma lib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7" name="Forma lib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8" name="Forma lib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9" name="Forma lib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0" name="Forma lib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1" name="Forma lib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2" name="Forma lib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3" name="Forma lib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4" name="Forma lib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5" name="Forma lib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6" name="Forma lib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7" name="Forma lib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8" name="Forma lib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9" name="Forma lib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0" name="Forma lib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1" name="Forma lib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2" name="Forma lib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3" name="Forma lib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4" name="Forma lib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5" name="Forma lib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6" name="Forma lib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7" name="Forma lib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8" name="Forma lib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9" name="Forma lib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0" name="Forma lib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1" name="Forma lib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2" name="Forma lib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3" name="Forma lib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4" name="Forma lib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5" name="Forma lib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6" name="Forma lib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7" name="Forma lib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8" name="Forma lib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9" name="Forma lib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0" name="Forma lib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1" name="Forma lib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2" name="Forma lib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3" name="Forma lib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4" name="Forma lib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5" name="Forma lib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6" name="Forma lib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7" name="Forma lib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8" name="Forma lib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9" name="Forma lib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0" name="Forma lib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1" name="Forma lib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2" name="Forma lib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3" name="Forma lib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4" name="Forma lib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5" name="Forma lib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6" name="Forma lib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7" name="Forma lib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8" name="Forma lib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9" name="Forma lib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0" name="Forma lib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1" name="Forma lib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2" name="Forma lib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upo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upo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orma libre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4" name="Forma libre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5" name="Forma libre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6" name="Forma lib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7" name="Forma lib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8" name="Forma lib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9" name="Forma lib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0" name="Forma lib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1" name="Forma lib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2" name="Forma lib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3" name="Forma lib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4" name="Forma lib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5" name="Forma lib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6" name="Forma lib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7" name="Forma lib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8" name="Forma lib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9" name="Forma lib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0" name="Forma lib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1" name="Forma lib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2" name="Forma lib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3" name="Forma lib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4" name="Forma lib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5" name="Forma lib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6" name="Forma lib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7" name="Forma lib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8" name="Forma lib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9" name="Forma lib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0" name="Forma lib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1" name="Forma lib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2" name="Forma lib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3" name="Forma lib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4" name="Forma lib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5" name="Forma lib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6" name="Forma lib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7" name="Forma lib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8" name="Forma lib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9" name="Forma lib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0" name="Forma lib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1" name="Forma lib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2" name="Forma lib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3" name="Forma lib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4" name="Forma lib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5" name="Forma lib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6" name="Forma lib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7" name="Forma lib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8" name="Forma lib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9" name="Forma lib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0" name="Forma lib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1" name="Forma lib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2" name="Forma lib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3" name="Forma lib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4" name="Forma lib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5" name="Forma lib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6" name="Forma lib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7" name="Forma lib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8" name="Forma lib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9" name="Forma lib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0" name="Forma lib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1" name="Forma lib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2" name="Forma lib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3" name="Forma lib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4" name="Forma lib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5" name="Forma lib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6" name="Forma lib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7" name="Forma lib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8" name="Forma lib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9" name="Forma lib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0" name="Forma lib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1" name="Forma lib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2" name="Forma lib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3" name="Forma lib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4" name="Forma lib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5" name="Forma lib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6" name="Forma lib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upo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orma libre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0" name="Forma libre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1" name="Forma libre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2" name="Forma libre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3" name="Forma libre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4" name="Forma libre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5" name="Forma libre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6" name="Forma libre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7" name="Forma libre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8" name="Forma libre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9" name="Forma libre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0" name="Forma libre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1" name="Forma libre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2" name="Forma libre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3" name="Forma libre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4" name="Forma libre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5" name="Forma libre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6" name="Forma libre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7" name="Forma libre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8" name="Forma libre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9" name="Forma libre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0" name="Forma libre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1" name="Forma libre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2" name="Forma libre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3" name="Forma libre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4" name="Forma libre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5" name="Forma libre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6" name="Forma libre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7" name="Forma libre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8" name="Forma libre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9" name="Forma libre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0" name="Forma libre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1" name="Forma libre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2" name="Forma libre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3" name="Forma libre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4" name="Forma libre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5" name="Forma libre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6" name="Forma libre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7" name="Forma libre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8" name="Forma libre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9" name="Forma libre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0" name="Forma libre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1" name="Forma libre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2" name="Forma libre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3" name="Forma libre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4" name="Forma libre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5" name="Forma libre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6" name="Forma libre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7" name="Forma libre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8" name="Forma libre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9" name="Forma libre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0" name="Forma libre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1" name="Forma libre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2" name="Forma libre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3" name="Forma libre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4" name="Forma libre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5" name="Forma libre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6" name="Forma libre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7" name="Forma libre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8" name="Forma libre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9" name="Forma libre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0" name="Forma libre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1" name="Forma libre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2" name="Forma libre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3" name="Forma libre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4" name="Forma libre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5" name="Forma libre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6" name="Forma libre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7" name="Forma libre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8" name="Forma libre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9" name="Forma libre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0" name="Forma libre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1" name="Forma libre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2" name="Forma libre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FD16348-E405-42B1-89B5-964AA77FE073}" type="datetime1">
              <a:rPr lang="es-ES" noProof="0" smtClean="0"/>
              <a:t>28/04/2026</a:t>
            </a:fld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grpSp>
        <p:nvGrpSpPr>
          <p:cNvPr id="7" name="línea" descr="Gráfico de líneas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orma libre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9" name="Forma libre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0" name="Forma libre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1" name="Forma libre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2" name="Forma libre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3" name="Forma libre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4" name="Forma libre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5" name="Forma libre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" name="Forma libre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" name="Forma libre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" name="Forma libre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" name="Forma libre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" name="Forma libre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" name="Forma libre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" name="Forma libre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" name="Forma libre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4" name="Forma libre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5" name="Forma libre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6" name="Forma libre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7" name="Forma libre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8" name="Forma libre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9" name="Forma libre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0" name="Forma libre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1" name="Forma libre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2" name="Forma libre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3" name="Forma libre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4" name="Forma libre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5" name="Forma libre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6" name="Forma libre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7" name="Forma libre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8" name="Forma libre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9" name="Forma libre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0" name="Forma libre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1" name="Forma libre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2" name="Forma libre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3" name="Forma libre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4" name="Forma libre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5" name="Forma libre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6" name="Forma libre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7" name="Forma libre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8" name="Forma libre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9" name="Forma libre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0" name="Forma libre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1" name="Forma libre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2" name="Forma libre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3" name="Forma libre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4" name="Forma libre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5" name="Forma libre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6" name="Forma libre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7" name="Forma libre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8" name="Forma libre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9" name="Forma libre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0" name="Forma libre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1" name="Forma libre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2" name="Forma libre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3" name="Forma libre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4" name="Forma libre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5" name="Forma libre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6" name="Forma libre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7" name="Forma libre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8" name="Forma libre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9" name="Forma libre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0" name="Forma libre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1" name="Forma libre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2" name="Forma libre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3" name="Forma libre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4" name="Forma libre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5" name="Forma libre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6" name="Forma libre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7" name="Forma libre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8" name="Forma libre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9" name="Forma libre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80" name="Forma libre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81" name="Forma libre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</p:grp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22E2A2-B648-4842-9ED5-8E4D1828D625}" type="datetime1">
              <a:rPr lang="es-ES" noProof="0" smtClean="0"/>
              <a:t>28/04/2026</a:t>
            </a:fld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 rtlCol="0"/>
          <a:lstStyle>
            <a:lvl1pPr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grpSp>
        <p:nvGrpSpPr>
          <p:cNvPr id="7" name="línea" descr="Gráfico de líneas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orma libre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9" name="Forma libre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0" name="Forma libre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1" name="Forma libre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2" name="Forma libre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3" name="Forma libre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4" name="Forma libre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5" name="Forma libre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" name="Forma libre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" name="Forma libre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" name="Forma libre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" name="Forma libre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" name="Forma libre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" name="Forma libre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" name="Forma libre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" name="Forma libre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4" name="Forma libre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5" name="Forma libre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6" name="Forma libre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7" name="Forma libre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8" name="Forma libre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9" name="Forma libre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0" name="Forma libre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1" name="Forma libre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2" name="Forma libre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3" name="Forma libre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4" name="Forma libre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5" name="Forma libre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6" name="Forma libre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7" name="Forma libre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8" name="Forma libre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9" name="Forma libre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0" name="Forma libre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1" name="Forma libre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2" name="Forma libre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3" name="Forma libre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4" name="Forma libre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5" name="Forma libre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6" name="Forma libre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7" name="Forma libre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8" name="Forma libre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9" name="Forma libre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0" name="Forma libre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1" name="Forma libre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2" name="Forma libre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3" name="Forma libre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4" name="Forma libre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5" name="Forma libre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6" name="Forma libre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7" name="Forma libre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8" name="Forma libre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9" name="Forma libre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0" name="Forma libre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1" name="Forma libre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2" name="Forma libre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3" name="Forma libre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4" name="Forma libre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5" name="Forma libre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6" name="Forma libre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7" name="Forma libre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8" name="Forma libre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9" name="Forma libre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0" name="Forma libre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1" name="Forma libre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2" name="Forma libre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3" name="Forma libre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4" name="Forma libre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5" name="Forma libre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6" name="Forma libre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7" name="Forma libre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8" name="Forma libre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9" name="Forma libre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80" name="Forma libre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81" name="Forma libre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</p:grp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608012" y="277813"/>
            <a:ext cx="9144001" cy="5898573"/>
          </a:xfrm>
        </p:spPr>
        <p:txBody>
          <a:bodyPr vert="eaVert" rtlCol="0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86AB9F2-CD8F-42EB-A63E-2B03D1B74C56}" type="datetime1">
              <a:rPr lang="es-ES" noProof="0" smtClean="0"/>
              <a:t>28/04/2026</a:t>
            </a:fld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dirty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3EA5BF5C-F4C1-4C94-BD5F-F847F8EB8117}" type="datetime1">
              <a:rPr lang="es-ES" noProof="0" smtClean="0"/>
              <a:t>28/04/2026</a:t>
            </a:fld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25BA54BD-C84D-46CE-8B72-31BFB26ABA43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2413" y="332656"/>
            <a:ext cx="8964487" cy="4320480"/>
          </a:xfrm>
        </p:spPr>
        <p:txBody>
          <a:bodyPr rtlCol="0"/>
          <a:lstStyle/>
          <a:p>
            <a:pPr rtl="0"/>
            <a:r>
              <a:rPr lang="es-ES" dirty="0">
                <a:latin typeface="Plus Jakarta Sans"/>
              </a:rPr>
              <a:t>Hallazgos sobre la Espiritualidad, Religión &amp; Riqueza Nacional</a:t>
            </a:r>
            <a:br>
              <a:rPr lang="es-ES" dirty="0">
                <a:latin typeface="Plus Jakarta Sans"/>
              </a:rPr>
            </a:br>
            <a:endParaRPr lang="es-ES" dirty="0">
              <a:latin typeface="Plus Jakarta Sans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s-ES" dirty="0">
                <a:latin typeface="Inter"/>
              </a:rPr>
              <a:t>Presentado por: Juan Sebastián Segura</a:t>
            </a:r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5086300" y="332656"/>
            <a:ext cx="2448272" cy="1066130"/>
          </a:xfrm>
        </p:spPr>
        <p:txBody>
          <a:bodyPr rtlCol="0"/>
          <a:lstStyle/>
          <a:p>
            <a:r>
              <a:rPr lang="es-ES" b="1" dirty="0">
                <a:latin typeface="Plus Jakarta Sans"/>
              </a:rPr>
              <a:t>Hallazgos</a:t>
            </a:r>
            <a:endParaRPr lang="es-ES" b="1" dirty="0"/>
          </a:p>
        </p:txBody>
      </p:sp>
      <p:sp>
        <p:nvSpPr>
          <p:cNvPr id="14" name="Marcador de posición de contenido 13"/>
          <p:cNvSpPr>
            <a:spLocks noGrp="1"/>
          </p:cNvSpPr>
          <p:nvPr>
            <p:ph idx="1"/>
          </p:nvPr>
        </p:nvSpPr>
        <p:spPr>
          <a:xfrm>
            <a:off x="1522414" y="1905000"/>
            <a:ext cx="9036494" cy="2172072"/>
          </a:xfrm>
        </p:spPr>
        <p:txBody>
          <a:bodyPr rtlCol="0"/>
          <a:lstStyle/>
          <a:p>
            <a:pPr rtl="0"/>
            <a:r>
              <a:rPr lang="es-ES" dirty="0">
                <a:latin typeface="Inter"/>
              </a:rPr>
              <a:t>1. ¿El dinero aleja a las personas de Dios? </a:t>
            </a:r>
          </a:p>
          <a:p>
            <a:pPr rtl="0"/>
            <a:r>
              <a:rPr lang="es-ES" dirty="0">
                <a:latin typeface="Inter"/>
              </a:rPr>
              <a:t>2. El Espectro de la Creencia – La religión no es un bloque monolítico</a:t>
            </a:r>
          </a:p>
        </p:txBody>
      </p:sp>
    </p:spTree>
    <p:extLst>
      <p:ext uri="{BB962C8B-B14F-4D97-AF65-F5344CB8AC3E}">
        <p14:creationId xmlns:p14="http://schemas.microsoft.com/office/powerpoint/2010/main" val="212853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algn="ctr"/>
            <a:r>
              <a:rPr lang="es-ES" dirty="0">
                <a:latin typeface="Inter"/>
              </a:rPr>
              <a:t>1. ¿EL DINERO ALEJA A LAS PERSONAS DE DIOS?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0D3EB14C-7C8B-2721-D84C-75FA6A0450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70" y="1570782"/>
            <a:ext cx="7650426" cy="4954562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F494561A-F5EE-4AE9-A642-9A4A9DCA30B8}"/>
              </a:ext>
            </a:extLst>
          </p:cNvPr>
          <p:cNvSpPr txBox="1"/>
          <p:nvPr/>
        </p:nvSpPr>
        <p:spPr>
          <a:xfrm>
            <a:off x="188456" y="6499444"/>
            <a:ext cx="7562140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s-ES" sz="1200" b="1" dirty="0">
                <a:latin typeface="Inter"/>
              </a:rPr>
              <a:t>Fuente:</a:t>
            </a:r>
            <a:r>
              <a:rPr lang="es-ES" sz="1200" dirty="0">
                <a:latin typeface="Inter"/>
              </a:rPr>
              <a:t> Elaboración propia con base a Pew </a:t>
            </a:r>
            <a:r>
              <a:rPr lang="es-ES" sz="1200" dirty="0" err="1">
                <a:latin typeface="Inter"/>
              </a:rPr>
              <a:t>Research</a:t>
            </a:r>
            <a:r>
              <a:rPr lang="es-ES" sz="1200" dirty="0">
                <a:latin typeface="Inter"/>
              </a:rPr>
              <a:t> Center  y World Bank utilizando </a:t>
            </a:r>
            <a:r>
              <a:rPr lang="es-ES" sz="1200" dirty="0" err="1">
                <a:latin typeface="Inter"/>
              </a:rPr>
              <a:t>Plotly</a:t>
            </a:r>
            <a:r>
              <a:rPr lang="es-ES" sz="1200" dirty="0">
                <a:latin typeface="Inter"/>
              </a:rPr>
              <a:t> de Python</a:t>
            </a:r>
            <a:endParaRPr lang="es-CO" sz="1200" dirty="0">
              <a:latin typeface="Inter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6362874-FABF-EA74-FA0D-2F0A0A321FE2}"/>
              </a:ext>
            </a:extLst>
          </p:cNvPr>
          <p:cNvSpPr txBox="1"/>
          <p:nvPr/>
        </p:nvSpPr>
        <p:spPr>
          <a:xfrm>
            <a:off x="7750596" y="2322901"/>
            <a:ext cx="4194043" cy="319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s-ES" sz="1600" dirty="0">
                <a:latin typeface="Inter"/>
              </a:rPr>
              <a:t>- El Gran Hallazgo: Generalmente, a mayor riqueza económica, menor es la práctica religiosa, pero Estados Unidos y Singapur desafían esta tendencia global.</a:t>
            </a:r>
          </a:p>
          <a:p>
            <a:pPr>
              <a:lnSpc>
                <a:spcPct val="90000"/>
              </a:lnSpc>
            </a:pPr>
            <a:endParaRPr lang="es-ES" sz="1600" dirty="0">
              <a:latin typeface="Inter"/>
            </a:endParaRPr>
          </a:p>
          <a:p>
            <a:pPr>
              <a:lnSpc>
                <a:spcPct val="90000"/>
              </a:lnSpc>
            </a:pPr>
            <a:r>
              <a:rPr lang="es-ES" sz="1600" dirty="0">
                <a:latin typeface="Inter"/>
              </a:rPr>
              <a:t>Mientras que en naciones ricas como Francia (18%) o Japón (21%) poca gente ora diariamente, en EE. UU. el 44% de los adultos ora cada día.</a:t>
            </a:r>
          </a:p>
          <a:p>
            <a:pPr>
              <a:lnSpc>
                <a:spcPct val="90000"/>
              </a:lnSpc>
            </a:pPr>
            <a:endParaRPr lang="es-ES" sz="1600" dirty="0">
              <a:latin typeface="Inter"/>
            </a:endParaRPr>
          </a:p>
          <a:p>
            <a:pPr>
              <a:lnSpc>
                <a:spcPct val="90000"/>
              </a:lnSpc>
            </a:pPr>
            <a:r>
              <a:rPr lang="es-ES" sz="1600" dirty="0">
                <a:latin typeface="Inter"/>
              </a:rPr>
              <a:t>La identidad religiosa en EE. UU. (69%) es mucho más alta que en otros países desarrollados como los Países Bajos (46%).</a:t>
            </a:r>
          </a:p>
          <a:p>
            <a:pPr>
              <a:lnSpc>
                <a:spcPct val="90000"/>
              </a:lnSpc>
            </a:pPr>
            <a:endParaRPr lang="es-ES" sz="1600" dirty="0"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96580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5D8B40-AA5B-D05D-B860-59A700AA5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7FADDB-ACCF-A6E5-E455-9F6D447D2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algn="ctr"/>
            <a:r>
              <a:rPr lang="es-ES" dirty="0">
                <a:latin typeface="Inter"/>
              </a:rPr>
              <a:t>2. EL ESPECTRO DE LA CREENCIA – LA RELIGIÓN NO ES UN BLOQUE MONOLÍTICO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42A22DF-7F03-05E6-6120-006952C5E1D7}"/>
              </a:ext>
            </a:extLst>
          </p:cNvPr>
          <p:cNvSpPr txBox="1"/>
          <p:nvPr/>
        </p:nvSpPr>
        <p:spPr>
          <a:xfrm>
            <a:off x="5589056" y="6597352"/>
            <a:ext cx="7562140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s-ES" sz="1200" b="1" dirty="0">
                <a:latin typeface="Inter"/>
              </a:rPr>
              <a:t>Fuente:</a:t>
            </a:r>
            <a:r>
              <a:rPr lang="es-ES" sz="1200" dirty="0">
                <a:latin typeface="Inter"/>
              </a:rPr>
              <a:t> Elaboración propia con base a Pew </a:t>
            </a:r>
            <a:r>
              <a:rPr lang="es-ES" sz="1200" dirty="0" err="1">
                <a:latin typeface="Inter"/>
              </a:rPr>
              <a:t>Research</a:t>
            </a:r>
            <a:r>
              <a:rPr lang="es-ES" sz="1200" dirty="0">
                <a:latin typeface="Inter"/>
              </a:rPr>
              <a:t> Center utilizando </a:t>
            </a:r>
            <a:r>
              <a:rPr lang="es-ES" sz="1200" dirty="0" err="1">
                <a:latin typeface="Inter"/>
              </a:rPr>
              <a:t>RStudio</a:t>
            </a:r>
            <a:endParaRPr lang="es-CO" sz="1200" dirty="0">
              <a:latin typeface="Inter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ABE7A55-A0BC-A5E5-2C36-AB3518954095}"/>
              </a:ext>
            </a:extLst>
          </p:cNvPr>
          <p:cNvSpPr txBox="1"/>
          <p:nvPr/>
        </p:nvSpPr>
        <p:spPr>
          <a:xfrm>
            <a:off x="621804" y="1772816"/>
            <a:ext cx="4248472" cy="4081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rtl="0">
              <a:defRPr lang="es-es"/>
            </a:defPPr>
            <a:lvl1pPr>
              <a:lnSpc>
                <a:spcPct val="90000"/>
              </a:lnSpc>
              <a:defRPr sz="1600">
                <a:latin typeface="Inter"/>
              </a:defRPr>
            </a:lvl1pPr>
          </a:lstStyle>
          <a:p>
            <a:r>
              <a:rPr lang="es-ES" dirty="0"/>
              <a:t>- El Gran Hallazgo: Tener una religión (afiliación) no siempre significa creer en sus dogmas o rechazar otras formas de espiritualidad.</a:t>
            </a:r>
          </a:p>
          <a:p>
            <a:endParaRPr lang="es-ES" dirty="0"/>
          </a:p>
          <a:p>
            <a:r>
              <a:rPr lang="es-ES" dirty="0"/>
              <a:t>La Brecha de Israel: Casi todos los adultos se identifican con una religión (99%), pero solo el 61% cree realmente en la vida después de la muerte.</a:t>
            </a:r>
          </a:p>
          <a:p>
            <a:endParaRPr lang="es-ES" dirty="0"/>
          </a:p>
          <a:p>
            <a:r>
              <a:rPr lang="es-ES" dirty="0"/>
              <a:t>Espíritus en la Naturaleza: En países como India (79%) y Perú (65%), la mayoría cree que las montañas o los árboles tienen energía espiritual, mientras que, en un país muy religioso como Polonia, solo el 29% comparte esta visión .</a:t>
            </a:r>
          </a:p>
          <a:p>
            <a:endParaRPr lang="es-ES" dirty="0"/>
          </a:p>
          <a:p>
            <a:r>
              <a:rPr lang="es-ES" dirty="0"/>
              <a:t>El Más Allá: EE. UU. destaca con un 70% de creyentes en el más allá, superando por mucho a países como Suecia (38%).</a:t>
            </a:r>
            <a:endParaRPr lang="es-CO" dirty="0"/>
          </a:p>
        </p:txBody>
      </p:sp>
      <p:pic>
        <p:nvPicPr>
          <p:cNvPr id="17" name="Marcador de contenido 16">
            <a:extLst>
              <a:ext uri="{FF2B5EF4-FFF2-40B4-BE49-F238E27FC236}">
                <a16:creationId xmlns:a16="http://schemas.microsoft.com/office/drawing/2014/main" id="{8DC51597-A781-4F0A-CA65-A92483AC22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6072" y="1628800"/>
            <a:ext cx="6469160" cy="496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9829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izarra 16 x 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29500_TF02804846_TF02804846" id="{65FD6923-A55A-4D8A-AB6E-792F5126A260}" vid="{862C69AA-365A-4DD1-97BC-168A1699736E}"/>
    </a:ext>
  </a:extLst>
</a:theme>
</file>

<file path=ppt/theme/theme2.xml><?xml version="1.0" encoding="utf-8"?>
<a:theme xmlns:a="http://schemas.openxmlformats.org/drawingml/2006/main" name="Tema de Offic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pizarra para el ámbito educativo (panorámica)</Template>
  <TotalTime>92</TotalTime>
  <Words>330</Words>
  <Application>Microsoft Office PowerPoint</Application>
  <PresentationFormat>Personalizado</PresentationFormat>
  <Paragraphs>25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Arial</vt:lpstr>
      <vt:lpstr>Consolas</vt:lpstr>
      <vt:lpstr>Corbel</vt:lpstr>
      <vt:lpstr>Inter</vt:lpstr>
      <vt:lpstr>Plus Jakarta Sans</vt:lpstr>
      <vt:lpstr>Pizarra 16 x 9</vt:lpstr>
      <vt:lpstr>Hallazgos sobre la Espiritualidad, Religión &amp; Riqueza Nacional </vt:lpstr>
      <vt:lpstr>Hallazgos</vt:lpstr>
      <vt:lpstr>1. ¿EL DINERO ALEJA A LAS PERSONAS DE DIOS?</vt:lpstr>
      <vt:lpstr>2. EL ESPECTRO DE LA CREENCIA – LA RELIGIÓN NO ES UN BLOQUE MONOLÍTICO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Segura Rodriguez</dc:creator>
  <cp:lastModifiedBy>Sebastian Segura Rodriguez</cp:lastModifiedBy>
  <cp:revision>1</cp:revision>
  <dcterms:created xsi:type="dcterms:W3CDTF">2026-04-28T17:36:42Z</dcterms:created>
  <dcterms:modified xsi:type="dcterms:W3CDTF">2026-04-28T19:08:47Z</dcterms:modified>
</cp:coreProperties>
</file>